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FF14-9ABD-7B1E-EF2E-BA25265B8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C6587-C171-9AB1-80F6-0254CF42C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7A51-6DA5-E1BE-188E-F25C948D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78DC-A0BB-1FF6-3892-187859DF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09763-613B-7E6D-5613-AD8DDE49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30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6D44-FC86-149C-8C10-0A69F861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A572-45F7-2D6F-B34B-D10BB3CE2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39591-1E4C-C057-E22E-FAD9BCD3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472F-2689-BA6A-F1CA-B3CFD316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8A02-8623-57C2-F830-A2788E59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25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9CED9-89F0-1EBF-3910-35D47A02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311AD-EA28-79F5-3763-E09EFE08E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6E238-6D4E-EE05-1E3A-7B2DE65F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923A0-3C76-4A2B-5071-6B09C6DA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F50A0-D589-EADD-0CD2-EF16F726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90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BB10-E4A4-51EB-E2EE-05DD90F7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FEAA-C16F-70E1-8FE1-FF8D0DBEA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C59AE-DB03-A9AB-D9FE-71D346479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3A886-1A39-21D1-889F-C234A862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C915D-21D6-9E3B-9A72-A6191D76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DAD6D-B561-25A5-6E96-6453D350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96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B20D-58F2-24F9-14EF-F3F7B1077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22DEA-2278-372B-10DF-9F5470F94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83FC6-2AE3-945B-CFDB-21C2FC3D9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EF28F-171E-FECE-0F87-A563DB2CA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2495C-65B7-8B02-DEFB-7458B5B0A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FCB9B-6914-3154-9426-EF799C0B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61758-52CE-4900-FFF8-B2B8362DF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B1215-F1A3-C96B-0767-D0A19C5F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61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387C-1F2A-23FA-AB9C-BBD3BB0FA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A3D96-D64F-27BC-4046-91EC4F71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63D01-098F-5CB8-5D43-274AEC46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2024C-DFB1-3507-3059-6AC38874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8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CAEB2-5AD2-CCEC-D40B-E4A209E2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A2599-2293-D1BB-BE2D-4E41AA9C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2A6B4-EEDC-F166-6C3B-88A8595C9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61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F127-D9FF-58DE-5788-99DA6A66C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9644-5BE7-8FC4-035D-247FADE3B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D2BB3-ADA6-B96D-9DA1-301E2CAC3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A0A43-E968-8E1B-27E2-ABC702FA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6F669-08A2-DB1F-4F6F-CFB932DC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3284F-4224-0196-53E5-13B65421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67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1A46-01A0-D954-37FB-64BA29A85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2CB7C-EB08-6AE5-C21F-37EC2A2C0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7689D-CBC2-E917-A3ED-4E06C46ED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10980-39F4-61C7-359C-2136F1DB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3168C-F39F-527D-3890-8CF5DB64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78DA2-5CE1-5DE2-7222-103AD4D2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31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476A-3E6D-BF99-71C8-8C06826F3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2794B-D45F-25B3-37E1-C6D126318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5221B-96F2-3873-216E-CF444EDC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BDA90-2474-79A2-FBEB-65ED3B131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119A1-5AEE-F88F-D019-56C945AC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93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2EC39D-5626-1334-16FF-1134E2235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E6662-12B1-E033-5D49-E229D546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DC911-D250-08C6-5AE2-D3E341BD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6E986-CE94-3BE3-344C-FA7C9037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F328D-2CFF-B6B0-3D4E-0B0E05AF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0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57FBF-15B9-C4C1-5275-3AA438F3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72865-65D7-567A-D4E2-C868A7369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69791-1932-C6F2-DE38-D85956B32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8A41D-C471-4256-BDEB-4F9418DD2228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B8664-BE8F-4E73-47C7-55C581833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C3CAD-DC4C-7FFF-E4D8-5FF72310A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F6894-43AE-459E-BF23-67DCBD09D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89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3AEA-C010-5440-A0E9-D0C7E4F7B0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Client Query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C0CB8-FCA1-221A-51B9-4AFEB6ADD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Client Query Management &amp; Support</a:t>
            </a:r>
          </a:p>
        </p:txBody>
      </p:sp>
    </p:spTree>
    <p:extLst>
      <p:ext uri="{BB962C8B-B14F-4D97-AF65-F5344CB8AC3E}">
        <p14:creationId xmlns:p14="http://schemas.microsoft.com/office/powerpoint/2010/main" val="57683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B15A-477B-F372-DE9D-1F60AC1B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 In the making of client query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1724C-2229-8E73-C809-F2F2295EB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VS Code </a:t>
            </a:r>
          </a:p>
          <a:p>
            <a:r>
              <a:rPr lang="en-IN" dirty="0" err="1"/>
              <a:t>Streamlit</a:t>
            </a:r>
            <a:r>
              <a:rPr lang="en-IN" dirty="0"/>
              <a:t> Application</a:t>
            </a:r>
          </a:p>
          <a:p>
            <a:r>
              <a:rPr lang="en-IN" dirty="0"/>
              <a:t>Pandas package used for making Data Frames</a:t>
            </a:r>
          </a:p>
          <a:p>
            <a:r>
              <a:rPr lang="en-IN" dirty="0"/>
              <a:t>MySQL for Data storage and retrieval using </a:t>
            </a:r>
            <a:r>
              <a:rPr lang="en-IN" dirty="0" err="1"/>
              <a:t>mysql</a:t>
            </a:r>
            <a:r>
              <a:rPr lang="en-IN" dirty="0"/>
              <a:t> connector in python</a:t>
            </a:r>
          </a:p>
          <a:p>
            <a:r>
              <a:rPr lang="en-IN" dirty="0" err="1"/>
              <a:t>Hashlib</a:t>
            </a:r>
            <a:r>
              <a:rPr lang="en-IN" dirty="0"/>
              <a:t> for password encryption in python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31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6678-64B8-946B-2977-98361AF4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408"/>
          </a:xfrm>
        </p:spPr>
        <p:txBody>
          <a:bodyPr>
            <a:normAutofit fontScale="90000"/>
          </a:bodyPr>
          <a:lstStyle/>
          <a:p>
            <a:r>
              <a:rPr lang="en-IN" dirty="0"/>
              <a:t>My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A048-EBED-8238-FBD7-AE2D867E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534"/>
            <a:ext cx="10515600" cy="1117599"/>
          </a:xfrm>
        </p:spPr>
        <p:txBody>
          <a:bodyPr>
            <a:normAutofit/>
          </a:bodyPr>
          <a:lstStyle/>
          <a:p>
            <a:r>
              <a:rPr lang="en-IN" sz="2400" dirty="0"/>
              <a:t>Database named </a:t>
            </a:r>
            <a:r>
              <a:rPr lang="en-IN" sz="2400" dirty="0" err="1"/>
              <a:t>query_management</a:t>
            </a:r>
            <a:r>
              <a:rPr lang="en-IN" sz="2400" dirty="0"/>
              <a:t> is created on MY SQL workbench then later the Tables creation and data insertion was done through python by python my </a:t>
            </a:r>
            <a:r>
              <a:rPr lang="en-IN" sz="2400" dirty="0" err="1"/>
              <a:t>sql</a:t>
            </a:r>
            <a:r>
              <a:rPr lang="en-IN" sz="2400" dirty="0"/>
              <a:t> connector lib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2E383-F537-CB40-F831-677FD05C6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400" y="2245334"/>
            <a:ext cx="6951134" cy="393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5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E7E5-4A82-AF1A-D614-EA7DA111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22867"/>
          </a:xfrm>
        </p:spPr>
        <p:txBody>
          <a:bodyPr/>
          <a:lstStyle/>
          <a:p>
            <a:r>
              <a:rPr lang="en-IN" dirty="0"/>
              <a:t>Login Page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A184DF-8B5D-7080-6C18-BAD547253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497866"/>
            <a:ext cx="6172200" cy="385274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29B82-D0F2-94DB-7BA0-D5980EF8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08667"/>
            <a:ext cx="3932237" cy="4260321"/>
          </a:xfrm>
        </p:spPr>
        <p:txBody>
          <a:bodyPr/>
          <a:lstStyle/>
          <a:p>
            <a:r>
              <a:rPr lang="en-IN" dirty="0"/>
              <a:t>The Login page has Username and Password along with login button </a:t>
            </a:r>
          </a:p>
          <a:p>
            <a:r>
              <a:rPr lang="en-IN" dirty="0"/>
              <a:t>With the Username &amp; Password the  Login page recognises the role of the user and takes to the Query insertion dashboard if it’s a Client or to the support dashboard if it’s a Support person</a:t>
            </a:r>
          </a:p>
          <a:p>
            <a:r>
              <a:rPr lang="en-IN" dirty="0"/>
              <a:t>There is a Signup Button for non members who can signup with the system and submit their product queries </a:t>
            </a:r>
          </a:p>
        </p:txBody>
      </p:sp>
    </p:spTree>
    <p:extLst>
      <p:ext uri="{BB962C8B-B14F-4D97-AF65-F5344CB8AC3E}">
        <p14:creationId xmlns:p14="http://schemas.microsoft.com/office/powerpoint/2010/main" val="424305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6645-82B2-2FE3-1B14-ED302FAE7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Query submission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2C4E8-51D8-DE14-236B-694EFB32D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800" b="0" dirty="0"/>
              <a:t>The Query submission form will accept the query from the Client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64B810-A433-AFDD-4CE0-69933C3899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44" y="2505075"/>
            <a:ext cx="5020674" cy="36845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E9FED-9B86-15E5-CBC7-CBF45A04B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29267"/>
            <a:ext cx="5183188" cy="1175808"/>
          </a:xfrm>
        </p:spPr>
        <p:txBody>
          <a:bodyPr>
            <a:normAutofit/>
          </a:bodyPr>
          <a:lstStyle/>
          <a:p>
            <a:r>
              <a:rPr lang="en-IN" sz="1800" b="0" dirty="0"/>
              <a:t>The Query submitted data will be displayed as a table for the  client after the query submission this helps the client to double check with the data that they given and with  the  logout button they can logout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D0D0EF4-734B-16A5-E078-FFEEFEF82EE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961" y="2505075"/>
            <a:ext cx="4903666" cy="3684588"/>
          </a:xfrm>
        </p:spPr>
      </p:pic>
    </p:spTree>
    <p:extLst>
      <p:ext uri="{BB962C8B-B14F-4D97-AF65-F5344CB8AC3E}">
        <p14:creationId xmlns:p14="http://schemas.microsoft.com/office/powerpoint/2010/main" val="204753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DF82-D9A4-3ECB-0895-4B6FD60E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Support Team </a:t>
            </a:r>
            <a:r>
              <a:rPr lang="en-IN" dirty="0" err="1"/>
              <a:t>DashBoard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D2445-14FB-60F3-EC64-333AA6E6E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98600"/>
            <a:ext cx="5157787" cy="1006475"/>
          </a:xfrm>
        </p:spPr>
        <p:txBody>
          <a:bodyPr>
            <a:noAutofit/>
          </a:bodyPr>
          <a:lstStyle/>
          <a:p>
            <a:r>
              <a:rPr lang="en-IN" sz="1800" b="0" dirty="0"/>
              <a:t>In the below image we can see how the support team can view the dashboard along the name of the support person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398D62-A480-2065-502C-D2395CA054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38326"/>
            <a:ext cx="5157787" cy="361808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F7903-257B-035F-311B-0801D8FA5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86933"/>
            <a:ext cx="5183188" cy="1218142"/>
          </a:xfrm>
        </p:spPr>
        <p:txBody>
          <a:bodyPr>
            <a:normAutofit fontScale="92500" lnSpcReduction="10000"/>
          </a:bodyPr>
          <a:lstStyle/>
          <a:p>
            <a:r>
              <a:rPr lang="en-IN" sz="1800" b="0" dirty="0"/>
              <a:t>In the Support Dashboard we have only Query ID, Heading, Description, Status, Raised,  closed and a box for query closing response along with the close query button to close the query when its done this information will be fed to the </a:t>
            </a:r>
            <a:r>
              <a:rPr lang="en-IN" sz="1800" b="0" dirty="0" err="1"/>
              <a:t>DataBase</a:t>
            </a:r>
            <a:r>
              <a:rPr lang="en-IN" sz="1800" b="0" dirty="0"/>
              <a:t> on MySQL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3761CA3-02BC-8CDA-6757-3BD5C7DD53E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14236"/>
            <a:ext cx="5183188" cy="3666265"/>
          </a:xfrm>
        </p:spPr>
      </p:pic>
    </p:spTree>
    <p:extLst>
      <p:ext uri="{BB962C8B-B14F-4D97-AF65-F5344CB8AC3E}">
        <p14:creationId xmlns:p14="http://schemas.microsoft.com/office/powerpoint/2010/main" val="308316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4FC4-EBA1-E2DF-7581-2B1737BFA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4867"/>
            <a:ext cx="9144000" cy="956733"/>
          </a:xfrm>
        </p:spPr>
        <p:txBody>
          <a:bodyPr>
            <a:normAutofit/>
          </a:bodyPr>
          <a:lstStyle/>
          <a:p>
            <a:pPr algn="l"/>
            <a:r>
              <a:rPr lang="en-IN" sz="3600" dirty="0"/>
              <a:t>Conclusion: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92CD9-7756-1E34-86EC-653248524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11905"/>
            <a:ext cx="9144000" cy="381476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 Client query management system helps as a mediation between Client &amp; Support team for better data management &amp; tracking.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It is a friendly &amp; Interactive application for clients to raise their queries  to reach out for a professional assistance on any product category.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 Support side dashboard is an interactive &amp; user friendly where it is easily accessible.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 support team can submit the solutions to the clients query within the interactive dashboard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072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350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Client Query Management</vt:lpstr>
      <vt:lpstr>Technologies used In the making of client query management</vt:lpstr>
      <vt:lpstr>My SQL</vt:lpstr>
      <vt:lpstr>Login Page</vt:lpstr>
      <vt:lpstr>Client Query submission Form</vt:lpstr>
      <vt:lpstr>Support Team DashBoard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Hemamber Kumar</dc:creator>
  <cp:lastModifiedBy>Hemamber Kumar</cp:lastModifiedBy>
  <cp:revision>1</cp:revision>
  <dcterms:created xsi:type="dcterms:W3CDTF">2025-11-14T08:13:15Z</dcterms:created>
  <dcterms:modified xsi:type="dcterms:W3CDTF">2025-11-15T06:21:29Z</dcterms:modified>
</cp:coreProperties>
</file>